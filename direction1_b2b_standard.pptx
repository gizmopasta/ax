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이미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이미 하고 있는 곳들이 있다.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B2B 기업들이 브랜드 자산을 코드화하고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CDN으로 배포하는 방식은 이미 산업 표준이다.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38404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38404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38404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8404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CODE?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파일이 아닌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코드로 배포하는 것,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이미 글로벌 스탠더드다.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60604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소스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파일을 보내는 게 아니라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하나가 항상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최신을 가리킨다.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3383280"/>
            <a:ext cx="260604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없음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3794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v2_final_최종.ai 없이,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하나로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전체가 동기화된다.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383280"/>
            <a:ext cx="260604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참조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794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툴이 URL로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자산을 직접 읽고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기준을 유지한다.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글로벌 B2B 기업들이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이미 하고 있는 방식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CRM · 글로벌 1위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9443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Design System — Design Token을 JSON으로 배포. GitHub에서 관리하고 CDN URL로 전체 제품에 자동 적용. 브랜드 업데이트 시 파일 배포 없이 토큰 파일만 수정.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239572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Shopify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65192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이커머스 플랫폼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65192" y="29443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Polaris Design System — SVG 아이콘과 컬러 토큰을 npm 패키지로 배포. URL 호출로 항상 최신 버전 사용. 파트너사 수만 곳이 동일한 브랜드 기준을 자동 적용.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2160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테크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42702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Design System — GitHub에서 오픈소스로 관리. 컬러·타이포·아이콘 모두 코드 기반 배포. AI 툴 연동으로 IBM 브랜드 기준의 산출물 자동 생성.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72160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65192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핀테크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5192" y="42702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자산 CDN 배포 — 로고·색상·폰트를 CDN URL로 제공. 파트너 개발사들이 파일 없이 링크로 항상 최신 Stripe 브랜드 적용. 버전 관리 없이 소스 하나로 전체 동기화.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F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A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우리가 하려는 것이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이미 검증된 방식이다.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8163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816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새로 발명하는 게 아니다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05409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Salesforce, Shopify, IBM이 이미 검증한 구조를 BXD 맥락에 맞게 적용하는 것. 기술 리스크 없이 시작할 수 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1985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474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규모와 상관없이 작동한다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71246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수만 명이 쓰는 디자인 시스템이나 팀 단위 브랜드 라이브러리나 — 원리는 동일하다. 지금 시작해도 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7822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133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연동이 자연스럽게 따라온다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7083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코드화된 자산은 AI가 URL로 직접 참조할 수 있다. 글로벌 기업들이 AI 브랜드 연동을 이 구조로 구현했다.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7A45"/>
                </a:solidFill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BXD가 만들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글로벌 스탠더드의 방식으로,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BXD의 맥락을 담아.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" y="2514600"/>
            <a:ext cx="1508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+ GitHub URL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3C75A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514600"/>
            <a:ext cx="1508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Token + 링크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3C75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514600"/>
            <a:ext cx="1508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22192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+ MD + 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3C75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2514600"/>
            <a:ext cx="1508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59552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브랜드 컨텍스트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3C75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2514600"/>
            <a:ext cx="15087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96912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Site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111111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자산 코드화 → GitHub 배포 → Figma Site 라이브러리 → AI 연동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2026-05-09T08:57:33Z</dcterms:created>
  <dcterms:modified xsi:type="dcterms:W3CDTF">2026-05-09T08:57:33Z</dcterms:modified>
</cp:coreProperties>
</file>