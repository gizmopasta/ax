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95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45720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065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Foundation을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Foundation을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연결한 기업들.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C3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컬러와 로고만 있는 가이드가 아니라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3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브랜드의 맥락을 AI가 이해하게 만드는 구조.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06530"/>
          </a:solidFill>
          <a:ln w="12700">
            <a:solidFill>
              <a:srgbClr val="C85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94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3794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06530"/>
          </a:solidFill>
          <a:ln w="12700">
            <a:solidFill>
              <a:srgbClr val="C85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794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3794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06530"/>
          </a:solidFill>
          <a:ln w="12700">
            <a:solidFill>
              <a:srgbClr val="C85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3794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Mailchimp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3794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06530"/>
          </a:solidFill>
          <a:ln w="12700">
            <a:solidFill>
              <a:srgbClr val="C85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3794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Duolingo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7947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06530"/>
          </a:solidFill>
          <a:ln w="12700">
            <a:solidFill>
              <a:srgbClr val="C85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794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5030"/>
                </a:solidFill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주는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 컨텍스트다.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0" y="548640"/>
            <a:ext cx="3749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658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가이드 → AI에게 주면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66360" y="960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"멋지긴 한데 우리 스타일이 아닌데."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그린 컬러랑 맞아?"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없이는 매번 원점.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874520"/>
            <a:ext cx="3749040" cy="1188720"/>
          </a:xfrm>
          <a:prstGeom prst="rect">
            <a:avLst/>
          </a:prstGeom>
          <a:solidFill>
            <a:srgbClr val="FFF0E8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984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AI에게 주면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6636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컨텍스트·가치·톤·제한 기준을 AI가 이해.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"BXD 기준으로 만들어줘" 한 줄로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기준 산출물이 나온다.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안에 담기는 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토큰 (JSON)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374904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로고 URL (SVG)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컨텍스트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24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of Voice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224528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224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/ Don't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224528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FFF5F0"/>
          </a:solidFill>
          <a:ln w="12700">
            <a:solidFill>
              <a:srgbClr val="F0D5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224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비주얼 무드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 Foundation을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 연결한 사례들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95728"/>
            <a:ext cx="54864" cy="1207008"/>
          </a:xfrm>
          <a:prstGeom prst="rect">
            <a:avLst/>
          </a:prstGeom>
          <a:solidFill>
            <a:srgbClr val="F07240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스트리밍 · B2C/B2B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9260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Encore Design System에 Brand Voice·톤·표현 기준을 함께 구조화. AI 생성 콘텐츠에 Foundation을 주입해 Spotify 특유의 에너지 있는 톤이 자동 유지. 디자이너가 매번 설명하지 않아도 AI가 스타일을 이해.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239572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95728"/>
            <a:ext cx="54864" cy="1207008"/>
          </a:xfrm>
          <a:prstGeom prst="rect">
            <a:avLst/>
          </a:prstGeom>
          <a:solidFill>
            <a:srgbClr val="F07240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Atlassian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협업 툴 · Jira/Confluence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29260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Token을 코드로 배포하고 Brand Writing Guide를 AI System Prompt 형태로 구조화. 기술 문서 작성 시 AI가 Atlassian 어조로 자동 생성. 브랜드 일관성을 AI가 유지하는 구조.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2160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21608"/>
            <a:ext cx="54864" cy="1207008"/>
          </a:xfrm>
          <a:prstGeom prst="rect">
            <a:avLst/>
          </a:prstGeom>
          <a:solidFill>
            <a:srgbClr val="F07240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Mailchimp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4050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마케팅 플랫폼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425196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Style Guide를 AI 툴이 읽을 수 있는 구조화된 문서로 재정의. 브랜드 보이스를 AI가 이해해 캠페인 카피 자동 생성. '최고'·'혁신적인' 같은 금지 표현도 Foundation에 명시.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721608"/>
            <a:ext cx="4023360" cy="120700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721608"/>
            <a:ext cx="54864" cy="1207008"/>
          </a:xfrm>
          <a:prstGeom prst="rect">
            <a:avLst/>
          </a:prstGeom>
          <a:solidFill>
            <a:srgbClr val="F07240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Duolingo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65192" y="4050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7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에드테크 · 강한 브랜드 페르소나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65192" y="425196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Duo(올빼미 캐릭터)의 성격·말투·금지 표현을 Foundation에 명문화. AI로 앱 내 메시지·푸시 알림 생성 시 Foundation을 주입해 브랜드 페르소나 자동 유지. 수백만 건 메시지를 일관된 톤으로.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BC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BXD가 더 정확하게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말할 수 있는 영역이다.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프로덕트·서비스보다 우리가 더 정확하게 정의할 수 있는 부분.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0998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7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0998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카피·텍스트의 기준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337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Foundation에 Brand Voice가 있으면 AI가 'B2B 전문가 대상, 신뢰 기반' 문장을 자동 생성. 매번 설명 불필요.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6941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7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6941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비주얼 방향의 근거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931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'명확함 우선, 과장 없이' 한 줄이 있으면 AI가 시안 방향을 스스로 잡는다. 검수 기준도 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8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885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7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스스로 판단하는 구조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526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Foundation이 있으면 AI가 'BXD 톤에 맞는가'를 판단한다. 사람이 매번 개입하지 않아도 된다.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6A8A"/>
                </a:solidFill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4572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616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우리가 만드는 Foundation은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시작이자 기준이다.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Spotify가 AI로 수백만 메시지를 동일한 톤으로 만들 수 있는 것.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Atlassian이 기술 문서를 브랜드 어조로 자동 생성하는 것.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Foundation에서 시작한다.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07240"/>
          </a:solidFill>
          <a:ln w="12700">
            <a:solidFill>
              <a:srgbClr val="F07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BXD가 정의한 Foundation = AI가 이해하는 브랜드 = 조직 전체의 기준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2026-05-09T08:57:33Z</dcterms:created>
  <dcterms:modified xsi:type="dcterms:W3CDTF">2026-05-09T08:57:33Z</dcterms:modified>
</cp:coreProperties>
</file>